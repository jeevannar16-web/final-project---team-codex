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0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66" r:id="rId34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skervville"/>
      <p:regular r:id="rId201314"/>
    </p:embeddedFont>
    <p:embeddedFont>
      <p:font typeface="Baskervville Medium"/>
      <p:regular r:id="rId201315"/>
    </p:embeddedFont>
    <p:embeddedFont>
      <p:font typeface="Baskervville SemiBold"/>
      <p:regular r:id="rId201316"/>
    </p:embeddedFont>
    <p:embeddedFont>
      <p:font typeface="Baskervville Bold"/>
      <p:regular r:id="rId201317"/>
    </p:embeddedFont>
    <p:embeddedFont>
      <p:font typeface="Poppins ExtraLight"/>
      <p:regular r:id="rId201318"/>
    </p:embeddedFont>
    <p:embeddedFont>
      <p:font typeface="Poppins Thin"/>
      <p:regular r:id="rId201319"/>
    </p:embeddedFont>
    <p:embeddedFont>
      <p:font typeface="Poppins Light"/>
      <p:regular r:id="rId201320"/>
    </p:embeddedFont>
    <p:embeddedFont>
      <p:font typeface="Poppins SemiBold"/>
      <p:regular r:id="rId201321"/>
    </p:embeddedFont>
    <p:embeddedFont>
      <p:font typeface="Poppins Bold"/>
      <p:regular r:id="rId201322"/>
    </p:embeddedFont>
    <p:embeddedFont>
      <p:font typeface="Poppins ExtraBold"/>
      <p:regular r:id="rId201323"/>
    </p:embeddedFont>
    <p:embeddedFont>
      <p:font typeface="Poppins Black"/>
      <p:regular r:id="rId201324"/>
    </p:embeddedFont>
    <p:embeddedFont>
      <p:font typeface="Poppins"/>
      <p:regular r:id="rId201325"/>
    </p:embeddedFont>
    <p:embeddedFont>
      <p:font typeface="Poppins Medium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34" Type="http://schemas.openxmlformats.org/officeDocument/2006/relationships/slide" Target="slides/slide11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2-9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5705" y="1625426"/>
            <a:ext cx="4903589" cy="104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Installing Operating Systems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405705" y="2840757"/>
            <a:ext cx="4903589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 · macOS · Ubuntu · Arch Linux · Fedora · Debian — a hands-on guide from ISO to first boot.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05705" y="3342010"/>
            <a:ext cx="1363340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75208" y="3376761"/>
            <a:ext cx="168153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TO INTERMEDIATE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826940" y="3342010"/>
            <a:ext cx="1594619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96442" y="3376761"/>
            <a:ext cx="191281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OPERATING SYSTEMS COVERED</a:t>
            </a:r>
            <a:endParaRPr lang="en-US" sz="7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405705" y="629989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You'll Need Before Starting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382539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21568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190" y="1593949"/>
            <a:ext cx="156493" cy="156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568" y="1962001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Bootable USB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1568" y="2291804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GB minimum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9894" y="1382539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45757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1379" y="1593949"/>
            <a:ext cx="156493" cy="1564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5757" y="1962001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45757" y="2291804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GB RAM · 64 GB storage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5705" y="2708970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21568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190" y="2920380"/>
            <a:ext cx="156493" cy="1564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568" y="3288432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1568" y="3618235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 for updates &amp; drivers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29894" y="2708970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745757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1379" y="2920380"/>
            <a:ext cx="156493" cy="1564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5757" y="3288432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Backup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5757" y="3618235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data backup before install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5705" y="4049911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568" y="4212357"/>
            <a:ext cx="144884" cy="1158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2315" y="4194721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Universal steps: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Download ISO → Write USB (Rufus / Etcher) → Set UEFI boot → Partition → Install → Post-setup.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5705" y="328985"/>
            <a:ext cx="598810" cy="154037"/>
          </a:xfrm>
          <a:prstGeom prst="roundRect">
            <a:avLst>
              <a:gd name="adj" fmla="val 79024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66502" y="359346"/>
            <a:ext cx="934417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55191" y="328985"/>
            <a:ext cx="760586" cy="154037"/>
          </a:xfrm>
          <a:prstGeom prst="roundRect">
            <a:avLst>
              <a:gd name="adj" fmla="val 79024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15988" y="359346"/>
            <a:ext cx="109619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05705" y="518517"/>
            <a:ext cx="4903589" cy="9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Windows 11 — Guided GUI Install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405705" y="1562919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05705" y="1720900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05705" y="1800151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5705" y="2081138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website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5705" y="2397993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05705" y="2555974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05705" y="2635225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5705" y="2916213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Rufus · 8 GB+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5705" y="3233068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05705" y="3391049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05705" y="3470300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 &amp; Partition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5705" y="3751287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UEFI · Auto-partition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05705" y="4068142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05705" y="4226123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05705" y="4305374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Setup &amp; Update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5705" y="4586362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· Drivers · Windows Update</a:t>
            </a:r>
            <a:endParaRPr lang="en-US" sz="7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090092"/>
            <a:ext cx="5317182" cy="2963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543074"/>
            <a:ext cx="480268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079927" y="577825"/>
            <a:ext cx="79846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48586" y="543074"/>
            <a:ext cx="870124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618089" y="577825"/>
            <a:ext cx="118831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765497"/>
            <a:ext cx="2732559" cy="208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macOS — Apple Hardware Only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964359"/>
            <a:ext cx="2732559" cy="863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Mode: 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⌘ + R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boot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disk via Disk Utility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Reinstall macOS over internet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ID &amp; FileVault post-setup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958158"/>
            <a:ext cx="2732559" cy="642193"/>
          </a:xfrm>
          <a:prstGeom prst="roundRect">
            <a:avLst>
              <a:gd name="adj" fmla="val 27078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4130129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4091434"/>
            <a:ext cx="2240087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Bootable USB: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createinstallmedia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Terminal — 16 GB drive required.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405705" y="333598"/>
            <a:ext cx="483394" cy="170557"/>
          </a:xfrm>
          <a:prstGeom prst="roundRect">
            <a:avLst>
              <a:gd name="adj" fmla="val 79017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3050" y="367233"/>
            <a:ext cx="80590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945207" y="333598"/>
            <a:ext cx="1239366" cy="170557"/>
          </a:xfrm>
          <a:prstGeom prst="roundRect">
            <a:avLst>
              <a:gd name="adj" fmla="val 79017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2552" y="367233"/>
            <a:ext cx="1561877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MEDIUM-LOW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05705" y="547613"/>
            <a:ext cx="8332589" cy="504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Ubuntu — Best Linux Starting Point</a:t>
            </a:r>
            <a:endParaRPr lang="en-US" sz="3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215330"/>
            <a:ext cx="561529" cy="7189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6027" y="1327621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6027" y="1645146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ubuntu.com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05" y="1934245"/>
            <a:ext cx="561529" cy="7189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6027" y="2046536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76027" y="2364060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Balena Etcher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5" y="2653159"/>
            <a:ext cx="561529" cy="7189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6027" y="2765450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Try or Install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076027" y="3082975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session first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05" y="3372073"/>
            <a:ext cx="561529" cy="7189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6027" y="3484364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076027" y="3801889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or alongside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05" y="4090988"/>
            <a:ext cx="561529" cy="71891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6027" y="4203278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Post-Install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1076027" y="4520803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8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405705" y="588094"/>
            <a:ext cx="614288" cy="162297"/>
          </a:xfrm>
          <a:prstGeom prst="roundRect">
            <a:avLst>
              <a:gd name="adj" fmla="val 79021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69776" y="620092"/>
            <a:ext cx="94334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073423" y="588094"/>
            <a:ext cx="820043" cy="162297"/>
          </a:xfrm>
          <a:prstGeom prst="roundRect">
            <a:avLst>
              <a:gd name="adj" fmla="val 79021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37493" y="620092"/>
            <a:ext cx="1149102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HIGH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05705" y="789756"/>
            <a:ext cx="274692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Arch Linux — Build It Yourself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05705" y="1848296"/>
            <a:ext cx="3204121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Terminal-only. You configure everything.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2123331"/>
            <a:ext cx="2746921" cy="7450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4002" y="2244477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 manually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4002" y="2582987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fdisk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mkfs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05" y="2966814"/>
            <a:ext cx="2746921" cy="7450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002" y="3087960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 base system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4002" y="3426470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pacstrap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705" y="3810298"/>
            <a:ext cx="2746921" cy="7450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4002" y="3931444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Configure system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84002" y="4269953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Fstab, locale, bootloader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136" y="921841"/>
            <a:ext cx="5324921" cy="3299668"/>
          </a:xfrm>
          <a:prstGeom prst="rect">
            <a:avLst/>
          </a:prstGeom>
        </p:spPr>
      </p:pic>
    </p:spTree>
    <p:bg>
      <p:bgPr>
        <a:solidFill>
          <a:srgbClr val="1a1a2e"/>
        </a:solidFill>
      </p:bgPr>
    </p:b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34705" y="321394"/>
            <a:ext cx="467469" cy="167878"/>
          </a:xfrm>
          <a:prstGeom prst="roundRect">
            <a:avLst>
              <a:gd name="adj" fmla="val 78983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900934" y="354509"/>
            <a:ext cx="792212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357390" y="321394"/>
            <a:ext cx="976387" cy="167878"/>
          </a:xfrm>
          <a:prstGeom prst="roundRect">
            <a:avLst>
              <a:gd name="adj" fmla="val 78983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423618" y="354509"/>
            <a:ext cx="1301130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834705" y="531391"/>
            <a:ext cx="4903589" cy="99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Fedora — Cutting-Edge, Polished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3834705" y="16819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45136" y="17924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945136" y="21037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Workstation ISO — getfedora.org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34705" y="2492127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945136" y="2602557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Anaconda Installer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45136" y="2913906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 partitioner · LVM support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34705" y="3302273"/>
            <a:ext cx="4903589" cy="709613"/>
          </a:xfrm>
          <a:prstGeom prst="roundRect">
            <a:avLst>
              <a:gd name="adj" fmla="val 23357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945136" y="3412703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DNF Package Manager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945136" y="3724052"/>
            <a:ext cx="4682728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update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34705" y="41171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945136" y="42276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SELinux Enabled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945136" y="45389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defaults on</a:t>
            </a:r>
            <a:endParaRPr lang="en-US" sz="85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584820"/>
            <a:ext cx="5317182" cy="39737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803449"/>
            <a:ext cx="459507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079927" y="838200"/>
            <a:ext cx="77770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27825" y="803449"/>
            <a:ext cx="1024905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597328" y="838200"/>
            <a:ext cx="134309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1025872"/>
            <a:ext cx="2732559" cy="156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Debian — Stable &amp; Universal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703984"/>
            <a:ext cx="2732559" cy="868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Text-based or GUI installer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partitioning common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Non-free firmware separate download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package management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702546"/>
            <a:ext cx="2732559" cy="637431"/>
          </a:xfrm>
          <a:prstGeom prst="roundRect">
            <a:avLst>
              <a:gd name="adj" fmla="val 27281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3874517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3835822"/>
            <a:ext cx="2240087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Servers, stable workstations, learning Linux internals.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405705" y="100749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Difficulty &amp; Time Comparison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760041"/>
            <a:ext cx="8332589" cy="2375892"/>
          </a:xfrm>
          <a:prstGeom prst="roundRect">
            <a:avLst>
              <a:gd name="adj" fmla="val 73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05705" y="2101155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5705" y="2439888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05705" y="2778621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05705" y="3117354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5705" y="3456087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5705" y="3794820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6554" y="1839069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57586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5690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Install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53794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CLI 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1898" y="1839069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6554" y="2177802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7586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55690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30–45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3794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1898" y="2177802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554" y="2516535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57586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5690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3794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1898" y="2516535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554" y="2855268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57586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Medium-Low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5690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20–40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3794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1898" y="2855268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554" y="3194000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57586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55690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25–45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3794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1898" y="3194000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554" y="3532733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57586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5690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40–60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53794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1898" y="3532733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6554" y="3871466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57586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5690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1–3 hrs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3794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1898" y="3871466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users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405705" y="89066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Installation Methods at a Glance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1643211"/>
            <a:ext cx="231800" cy="2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Fresh Install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57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Wipe disk, clean start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1505" y="1643211"/>
            <a:ext cx="231800" cy="2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15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Dual-Boot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315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disk, choose at boot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7305" y="1643211"/>
            <a:ext cx="231800" cy="2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7305" y="2019895"/>
            <a:ext cx="26809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Virtual Machine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57305" y="2349698"/>
            <a:ext cx="2680990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VirtualBox / VMware — risk-free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05" y="2766938"/>
            <a:ext cx="231800" cy="2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57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/ Persistent USB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057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Linux from USB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1505" y="2766938"/>
            <a:ext cx="231800" cy="231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315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WSL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2315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on Windows — no dual-boot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05705" y="3789238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  <p:txBody>
          <a:bodyPr/>
          <a:p/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568" y="3951684"/>
            <a:ext cx="144884" cy="1158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2315" y="3934048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 tip: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 in a VM before touching real hardware.</a:t>
            </a:r>
            <a:endParaRPr lang="en-US" sz="900" dirty="0"/>
          </a:p>
        </p:txBody>
      </p:sp>
    </p:spTree>
    <p:bg>
      <p:bgPr>
        <a:solidFill>
          <a:srgbClr val="1a1a2e"/>
        </a:solidFill>
      </p:bgPr>
    </p:bg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365760"/>
            <a:ext cx="731520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0" y="1097280"/>
            <a:ext cx="22860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4480560"/>
            <a:ext cx="22860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4AF37"/>
                </a:solidFill>
              </a:rPr>
              <a:t>Installing Operating Systems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377440"/>
            <a:ext cx="1371600" cy="13716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Windows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0" y="2377440"/>
            <a:ext cx="1371600" cy="13716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macOS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377440"/>
            <a:ext cx="1371600" cy="1371600"/>
          </a:xfrm>
          <a:prstGeom prst="ellipse">
            <a:avLst/>
          </a:prstGeom>
          <a:solidFill>
            <a:srgbClr val="E95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13716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Jeevan Neupane</a:t>
            </a:r>
          </a:p>
          <a:p>
            <a:pPr algn="l"/>
            <a:r>
              <a:rPr sz="1400">
                <a:solidFill>
                  <a:srgbClr val="8899AA"/>
                </a:solidFill>
              </a:rPr>
              <a:t>Class 11  ·  Shivapuri Secondary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2026-07-09T01:20:23Z</dcterms:created>
  <dcterms:modified xsi:type="dcterms:W3CDTF">2026-07-09T01:20:23Z</dcterms:modified>
</cp:coreProperties>
</file>